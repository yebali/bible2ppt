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5017008"/>
            <a:ext cx="11972239" cy="1731264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txBody>
          <a:bodyPr wrap="square" anchor="t" lIns="182880" rIns="182880" tIns="73152" bIns="73152">
            <a:noAutofit/>
          </a:bodyPr>
          <a:lstStyle/>
          <a:p>
            <a:r>
              <a:rPr sz="44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{본문}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